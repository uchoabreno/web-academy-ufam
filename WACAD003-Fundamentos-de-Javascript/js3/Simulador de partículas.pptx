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7a7b771c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7a7b771c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7a7b771c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7a7b771c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a7b771c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7a7b771c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7a7b771c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7a7b771c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a7b771c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7a7b771c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7a7b771c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7a7b771c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a7b771c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7a7b771c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d9af701b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d9af701b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d9af701b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d9af701b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d9af701b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d9af701b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d9af701b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d9af701b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400"/>
              <a:t>Fundamentos</a:t>
            </a:r>
            <a:r>
              <a:rPr b="1" lang="pt-PT" sz="4400"/>
              <a:t> de </a:t>
            </a:r>
            <a:r>
              <a:rPr b="1" lang="pt-PT" sz="4400"/>
              <a:t>javascript</a:t>
            </a:r>
            <a:endParaRPr b="1"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950"/>
              <a:t>simulador de partículas</a:t>
            </a:r>
            <a:endParaRPr sz="295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0" y="4350900"/>
            <a:ext cx="5010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Aluno: Carlo Breno da Cruz Uchôa	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/>
              <a:t>Professor: Moisés Gomes de Carvalho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614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HTML base para o </a:t>
            </a:r>
            <a:r>
              <a:rPr lang="pt-PT"/>
              <a:t>exercício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25" y="1231200"/>
            <a:ext cx="7572354" cy="368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12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CSS base para o </a:t>
            </a:r>
            <a:r>
              <a:rPr lang="pt-PT"/>
              <a:t>exercício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75" y="1176400"/>
            <a:ext cx="7777044" cy="37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504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Javascript base para as bolinhas do </a:t>
            </a:r>
            <a:r>
              <a:rPr lang="pt-PT"/>
              <a:t>exercício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150" y="1168600"/>
            <a:ext cx="7735697" cy="37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480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Método</a:t>
            </a:r>
            <a:r>
              <a:rPr lang="pt-PT"/>
              <a:t> para criar os objetos e </a:t>
            </a:r>
            <a:r>
              <a:rPr lang="pt-PT"/>
              <a:t>método</a:t>
            </a:r>
            <a:r>
              <a:rPr lang="pt-PT"/>
              <a:t> draw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500" y="1254700"/>
            <a:ext cx="6406601" cy="38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7663" y="590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Teste de bola azul aparecendo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88" y="1888825"/>
            <a:ext cx="855143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637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Código para o movimento das bolas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650" y="1943625"/>
            <a:ext cx="637831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7650" y="621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Arrays da bolas aleatoriamente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713" y="1888825"/>
            <a:ext cx="5190184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7663" y="621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Função de loop</a:t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463" y="1927975"/>
            <a:ext cx="552908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7650" y="606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Deixando só de uma cor para o desafio</a:t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075" y="1927950"/>
            <a:ext cx="548584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7663" y="6297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Mudança de bolinhas para quadrados</a:t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176" y="1428689"/>
            <a:ext cx="6963649" cy="3331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7650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Obrigado !</a:t>
            </a:r>
            <a:endParaRPr/>
          </a:p>
        </p:txBody>
      </p:sp>
      <p:sp>
        <p:nvSpPr>
          <p:cNvPr id="153" name="Google Shape;153;p24"/>
          <p:cNvSpPr txBox="1"/>
          <p:nvPr/>
        </p:nvSpPr>
        <p:spPr>
          <a:xfrm>
            <a:off x="399275" y="4438900"/>
            <a:ext cx="28731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Aluno: Carlos Breno da Cruz Uchôa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