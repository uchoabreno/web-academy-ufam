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bf99dd62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bf99dd62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bf99dd62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bf99dd62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bf99dd620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bf99dd620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bf99dd620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bf99dd62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bf99dd620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bf99dd620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bf99dd62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bf99dd62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bf99dd620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bf99dd620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4000"/>
              <a:t>Fundamentos de JavaScript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pt-PT" sz="2750"/>
              <a:t>Galeria de imagens</a:t>
            </a:r>
            <a:endParaRPr b="0" sz="275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Aluno: Carlos Breno da Cruz Uchôa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Professor: Moisés Gomes de Carvalho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61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Arquivos importados, arquivos criados e pasta images criado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987" y="1582750"/>
            <a:ext cx="6887626" cy="3441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81575" y="648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HTML base</a:t>
            </a:r>
            <a:endParaRPr/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901" y="1273250"/>
            <a:ext cx="6696209" cy="395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7650" y="618950"/>
            <a:ext cx="7688700" cy="5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PT" sz="1740"/>
              <a:t>Titulo e adição de imagens a pasta images, adição da imagem ao html</a:t>
            </a:r>
            <a:endParaRPr sz="1740"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450" y="1336100"/>
            <a:ext cx="5487090" cy="367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6189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Js com as imagens de jogos</a:t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4638" y="1284250"/>
            <a:ext cx="6318331" cy="368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611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Site com as imagens </a:t>
            </a:r>
            <a:endParaRPr/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988" y="1306575"/>
            <a:ext cx="7014015" cy="369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63" y="596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Ao clicar em uma imagem, ela vai pro topo</a:t>
            </a:r>
            <a:endParaRPr/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8925" y="1641525"/>
            <a:ext cx="5426135" cy="298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870875" y="23041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PT" sz="2740"/>
              <a:t>Obrigado</a:t>
            </a:r>
            <a:endParaRPr sz="2740"/>
          </a:p>
        </p:txBody>
      </p:sp>
      <p:sp>
        <p:nvSpPr>
          <p:cNvPr id="129" name="Google Shape;129;p20"/>
          <p:cNvSpPr txBox="1"/>
          <p:nvPr/>
        </p:nvSpPr>
        <p:spPr>
          <a:xfrm>
            <a:off x="870875" y="4034425"/>
            <a:ext cx="4287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Carlos Breno da Cruz Uchôa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