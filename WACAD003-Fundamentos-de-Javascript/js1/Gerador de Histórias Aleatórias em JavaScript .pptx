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aleway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aleway-bold.fntdata"/><Relationship Id="rId21" Type="http://schemas.openxmlformats.org/officeDocument/2006/relationships/font" Target="fonts/Raleway-regular.fntdata"/><Relationship Id="rId24" Type="http://schemas.openxmlformats.org/officeDocument/2006/relationships/font" Target="fonts/Raleway-boldItalic.fntdata"/><Relationship Id="rId23" Type="http://schemas.openxmlformats.org/officeDocument/2006/relationships/font" Target="fonts/Raleway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79b90973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e79b90973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79b90973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e79b90973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79b90973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79b90973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79b90973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79b90973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79b90973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79b90973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79b90973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e79b90973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79b909733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79b90973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79b909733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e79b909733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79b909733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e79b909733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79b90973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e79b90973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79b909733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e79b909733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79b909733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e79b909733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79b909733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e79b909733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79b909733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e79b909733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main.js" TargetMode="External"/><Relationship Id="rId4" Type="http://schemas.openxmlformats.org/officeDocument/2006/relationships/image" Target="../media/image13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5000"/>
              <a:t>Introdução ao JavaScript</a:t>
            </a:r>
            <a:endParaRPr b="1" sz="5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pt-PT" sz="3300"/>
              <a:t>Gerador de Histórias Aleatórias em JavaScript </a:t>
            </a:r>
            <a:endParaRPr b="0" sz="3300"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/>
              <a:t>Aluno: Carlos Breno da Cruz Uchôa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/>
              <a:t>Professor: Moisés Gomes de Carvalho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52200" y="617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Adição de arquivos index.html (copiado )</a:t>
            </a:r>
            <a:endParaRPr/>
          </a:p>
        </p:txBody>
      </p:sp>
      <p:pic>
        <p:nvPicPr>
          <p:cNvPr id="93" name="Google Shape;9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5525" y="1152475"/>
            <a:ext cx="6302055" cy="402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75788" y="617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Script adicionado ao final do index.html</a:t>
            </a:r>
            <a:endParaRPr/>
          </a:p>
        </p:txBody>
      </p:sp>
      <p:pic>
        <p:nvPicPr>
          <p:cNvPr id="99" name="Google Shape;9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125" y="1152475"/>
            <a:ext cx="6302031" cy="3991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7650" y="617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Criação de </a:t>
            </a:r>
            <a:r>
              <a:rPr lang="pt-PT" u="sng">
                <a:solidFill>
                  <a:schemeClr val="hlink"/>
                </a:solidFill>
                <a:hlinkClick r:id="rId3"/>
              </a:rPr>
              <a:t>main.js</a:t>
            </a:r>
            <a:r>
              <a:rPr lang="pt-PT"/>
              <a:t> e código teste</a:t>
            </a:r>
            <a:endParaRPr/>
          </a:p>
        </p:txBody>
      </p:sp>
      <p:pic>
        <p:nvPicPr>
          <p:cNvPr id="105" name="Google Shape;10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2" y="1152475"/>
            <a:ext cx="5561427" cy="3510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00000" y="1840541"/>
            <a:ext cx="3144000" cy="21342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774100" y="617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Adicionando manipulado de eventos</a:t>
            </a:r>
            <a:endParaRPr/>
          </a:p>
        </p:txBody>
      </p:sp>
      <p:pic>
        <p:nvPicPr>
          <p:cNvPr id="112" name="Google Shape;11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2027" y="1152475"/>
            <a:ext cx="6359958" cy="3991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729450" y="617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Adicionando variaveis</a:t>
            </a:r>
            <a:endParaRPr/>
          </a:p>
        </p:txBody>
      </p:sp>
      <p:pic>
        <p:nvPicPr>
          <p:cNvPr id="118" name="Google Shape;11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4438" y="1152475"/>
            <a:ext cx="6315130" cy="3991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727650" y="617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Adicionando Event Listener</a:t>
            </a:r>
            <a:endParaRPr/>
          </a:p>
        </p:txBody>
      </p:sp>
      <p:sp>
        <p:nvSpPr>
          <p:cNvPr id="124" name="Google Shape;124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6873" y="1152475"/>
            <a:ext cx="6350257" cy="3991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727650" y="617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Adicionando função para iniciar</a:t>
            </a:r>
            <a:endParaRPr/>
          </a:p>
        </p:txBody>
      </p:sp>
      <p:sp>
        <p:nvSpPr>
          <p:cNvPr id="131" name="Google Shape;131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1714" y="1152475"/>
            <a:ext cx="6360579" cy="3991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729450" y="617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Adicionando itens aleatórios</a:t>
            </a:r>
            <a:endParaRPr/>
          </a:p>
        </p:txBody>
      </p:sp>
      <p:pic>
        <p:nvPicPr>
          <p:cNvPr id="138" name="Google Shape;13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2499" y="1152475"/>
            <a:ext cx="6259008" cy="3991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729450" y="617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Função para randomizar os textos</a:t>
            </a:r>
            <a:endParaRPr/>
          </a:p>
        </p:txBody>
      </p:sp>
      <p:pic>
        <p:nvPicPr>
          <p:cNvPr id="144" name="Google Shape;14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8660" y="1152475"/>
            <a:ext cx="6306689" cy="399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729450" y="617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Nome personalizado</a:t>
            </a:r>
            <a:endParaRPr/>
          </a:p>
        </p:txBody>
      </p:sp>
      <p:pic>
        <p:nvPicPr>
          <p:cNvPr id="150" name="Google Shape;15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1276" y="1152475"/>
            <a:ext cx="6501450" cy="399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>
            <p:ph type="title"/>
          </p:nvPr>
        </p:nvSpPr>
        <p:spPr>
          <a:xfrm>
            <a:off x="729450" y="617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Conversão UK</a:t>
            </a:r>
            <a:endParaRPr/>
          </a:p>
        </p:txBody>
      </p:sp>
      <p:pic>
        <p:nvPicPr>
          <p:cNvPr id="156" name="Google Shape;15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0261" y="1152475"/>
            <a:ext cx="6323487" cy="399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type="title"/>
          </p:nvPr>
        </p:nvSpPr>
        <p:spPr>
          <a:xfrm>
            <a:off x="729450" y="5859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Mostrar no HTML</a:t>
            </a:r>
            <a:endParaRPr/>
          </a:p>
        </p:txBody>
      </p:sp>
      <p:pic>
        <p:nvPicPr>
          <p:cNvPr id="162" name="Google Shape;16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4577" y="1121150"/>
            <a:ext cx="6554843" cy="414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>
            <p:ph type="title"/>
          </p:nvPr>
        </p:nvSpPr>
        <p:spPr>
          <a:xfrm>
            <a:off x="356375" y="169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Página funcionando</a:t>
            </a:r>
            <a:endParaRPr/>
          </a:p>
        </p:txBody>
      </p:sp>
      <p:pic>
        <p:nvPicPr>
          <p:cNvPr id="168" name="Google Shape;16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375" y="742325"/>
            <a:ext cx="3420775" cy="2174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11525" y="742325"/>
            <a:ext cx="3420775" cy="217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23120" y="2917125"/>
            <a:ext cx="2998700" cy="211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/>
          <p:nvPr>
            <p:ph type="title"/>
          </p:nvPr>
        </p:nvSpPr>
        <p:spPr>
          <a:xfrm>
            <a:off x="311700" y="2285400"/>
            <a:ext cx="8520600" cy="8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4000"/>
              <a:t>Obrigado !</a:t>
            </a:r>
            <a:endParaRPr sz="4000"/>
          </a:p>
        </p:txBody>
      </p:sp>
      <p:sp>
        <p:nvSpPr>
          <p:cNvPr id="176" name="Google Shape;176;p27"/>
          <p:cNvSpPr txBox="1"/>
          <p:nvPr/>
        </p:nvSpPr>
        <p:spPr>
          <a:xfrm>
            <a:off x="3072000" y="4436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Carlos Breno da Cruz Uchôa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